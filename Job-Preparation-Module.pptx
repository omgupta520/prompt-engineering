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 Black"/>
      <p:regular r:id="rId17"/>
    </p:embeddedFont>
    <p:embeddedFont>
      <p:font typeface="Montserrat Black"/>
      <p:regular r:id="rId18"/>
    </p:embeddedFont>
    <p:embeddedFont>
      <p:font typeface="Inconsolata"/>
      <p:regular r:id="rId19"/>
    </p:embeddedFont>
    <p:embeddedFont>
      <p:font typeface="Inconsolata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73531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Job Preparation Module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Your complete guide to becoming job-ready in the tech industry. Master practical skills, build impressive projects, and position yourself for success.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390"/>
            <a:ext cx="88794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Four Pillars of Job Readiness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08798"/>
            <a:ext cx="6407944" cy="2955250"/>
          </a:xfrm>
          <a:prstGeom prst="roundRect">
            <a:avLst>
              <a:gd name="adj" fmla="val 30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8224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23027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2950488"/>
            <a:ext cx="29675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Resume &amp; LinkedIn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440906"/>
            <a:ext cx="59390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Optimize your professional presence with ATS-friendly resumes and compelling profiles that get noticed.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808798"/>
            <a:ext cx="6408063" cy="2955250"/>
          </a:xfrm>
          <a:prstGeom prst="roundRect">
            <a:avLst>
              <a:gd name="adj" fmla="val 30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62982" y="20432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23027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2950488"/>
            <a:ext cx="35112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Portfolio Development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440906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a showcase of prompt engineering case studies and projects that demonstrate your skills.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990862"/>
            <a:ext cx="6407944" cy="2592348"/>
          </a:xfrm>
          <a:prstGeom prst="roundRect">
            <a:avLst>
              <a:gd name="adj" fmla="val 35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28224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41234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Interview Skills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622971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Master technical rounds, DSA fundamentals, and communication strategies that land offers.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990862"/>
            <a:ext cx="6408063" cy="2592348"/>
          </a:xfrm>
          <a:prstGeom prst="roundRect">
            <a:avLst>
              <a:gd name="adj" fmla="val 35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9210" dir="2700000">
              <a:srgbClr val="151617">
                <a:alpha val="10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62982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541234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Personal Brand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622971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visibility through strategic content creation and consistent online presence.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112" y="1055965"/>
            <a:ext cx="8782645" cy="626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Resume Optimization Essentials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02112" y="2126456"/>
            <a:ext cx="4311015" cy="626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Makes a Resume ATS-Friendly?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02112" y="2930604"/>
            <a:ext cx="431101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Applicant Tracking Systems (ATS) filter resumes before human eyes see them. Include strategic keywords like skills, tools, and role titles that match job descriptions.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2112" y="4317683"/>
            <a:ext cx="312003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Sections to Master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02112" y="4808458"/>
            <a:ext cx="4311015" cy="230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Header with contact info, LinkedIn, GitHub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Impact-focused summary (2-3 lines)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Categorized skills: Languages, Tools, Frameworks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Projects formatted as Problem → Solution → Tech → Impact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0093" y="2209919"/>
            <a:ext cx="8425696" cy="47026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75408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LinkedIn Profile Mastery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64079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14901"/>
            <a:ext cx="29989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Craft Your Headline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 the formula: Role + Skills + Value. Example: "Aspiring Software Engineer | Python | AI Projects | Problem Solver"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840593"/>
            <a:ext cx="6408063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Tell Your Story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50531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Write an About section that connects past → present → future. Make it compelling and authentic.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520214"/>
            <a:ext cx="40276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Optimize Profile Elements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Professional profile picture, engaging banner, featured projects section, and consistent activity.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345906"/>
            <a:ext cx="6408063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Build Visibility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6010632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 regularly using the Hook → Value → CTA formula. Engage with others' content to grow your network.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3493" y="1167527"/>
            <a:ext cx="5980152" cy="497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Master Prompt Engineering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043493" y="1709499"/>
            <a:ext cx="2982754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Types of Prompts to Master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043493" y="2125623"/>
            <a:ext cx="8029813" cy="896064"/>
          </a:xfrm>
          <a:prstGeom prst="roundRect">
            <a:avLst>
              <a:gd name="adj" fmla="val 102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25421" y="2307550"/>
            <a:ext cx="1989653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Instruction-Based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25421" y="2623066"/>
            <a:ext cx="766595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Clear commands that tell AI exactly what to 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43493" y="3133368"/>
            <a:ext cx="8029813" cy="896064"/>
          </a:xfrm>
          <a:prstGeom prst="roundRect">
            <a:avLst>
              <a:gd name="adj" fmla="val 102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25421" y="3315295"/>
            <a:ext cx="1989653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Role-Based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25421" y="3630811"/>
            <a:ext cx="766595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Assign a specific persona or expertise to the AI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43493" y="4141113"/>
            <a:ext cx="8029813" cy="896064"/>
          </a:xfrm>
          <a:prstGeom prst="roundRect">
            <a:avLst>
              <a:gd name="adj" fmla="val 102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25421" y="4323040"/>
            <a:ext cx="1989653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Few-Shot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225421" y="4638556"/>
            <a:ext cx="766595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Provide examples to guide the AI's pattern recognition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43493" y="5148858"/>
            <a:ext cx="8029813" cy="896064"/>
          </a:xfrm>
          <a:prstGeom prst="roundRect">
            <a:avLst>
              <a:gd name="adj" fmla="val 1020"/>
            </a:avLst>
          </a:prstGeom>
          <a:solidFill>
            <a:srgbClr val="F8ECE4"/>
          </a:solidFill>
          <a:ln w="2286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25421" y="5330785"/>
            <a:ext cx="1989653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Chain-of-Thought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225421" y="5646301"/>
            <a:ext cx="766595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Break complex problems into step-by-step reasoning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043493" y="6212443"/>
            <a:ext cx="2984421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Portfolio Structure Formula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043493" y="6628567"/>
            <a:ext cx="802981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case study needs: Problem statement → Prompt used → Output generated → Improvements made. Create 5 projects and showcase them on GitHub or Notion.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7393"/>
            <a:ext cx="95529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Interview Preparation Strategy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23148"/>
            <a:ext cx="35435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Technical Round Focus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0429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Master DSA fundamentals: arrays, strings, maps. Practice the problem-solving approach: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34170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Understand the problem completely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Propose a brute force solution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Optimize with better algorithms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08283"/>
            <a:ext cx="33038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AI-Specific Questions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88942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 ready to explain: How do you write effective prompts? What techniques improve output quality? Share your case studies.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323148"/>
            <a:ext cx="31627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HR Round Essentials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290429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Tell me about yourself using past → present → future. Discuss strengths and weaknesses authentically. Explain your projects clearly and concisely.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219813"/>
            <a:ext cx="37549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Mock Interview Practice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480095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Conduct at least 2 mock interviews per student. Focus on communication clarity and project explanation. Provide constructive feedback.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054"/>
            <a:ext cx="80607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Build Your Personal Brand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35461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Create Hook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35995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Start with attention-grabbing opening: "I built an AI chatbot in 3 days — here's what I learned…"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2735461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Deliver Value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35995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Share actionable insights, lessons learned, and practical takeaways for your audience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2735461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Call to Action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359950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End with clear next steps: "Try this approach" or "Follow for more tech insights"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59306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 consistently 3 times per week on LinkedIn. Mix learning posts, project showcases, and engaging threads. Engage with others' content to build your network and visibility.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719" y="558641"/>
            <a:ext cx="6758702" cy="538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Capstone Projects Showcase</a:t>
            </a:r>
            <a:endParaRPr lang="en-US" sz="3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719" y="1358503"/>
            <a:ext cx="1652349" cy="16523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719" y="3174325"/>
            <a:ext cx="2849047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Chatbot with Memory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371719" y="3791188"/>
            <a:ext cx="2849047" cy="727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context-aware chatbots using LLM APIs and chat history storage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238" y="1358503"/>
            <a:ext cx="1652468" cy="1652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4238" y="3174444"/>
            <a:ext cx="2535912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SEO Research System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384238" y="3522107"/>
            <a:ext cx="2849166" cy="484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 keyword strategies and search intent analysis with AI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877" y="1358503"/>
            <a:ext cx="1652349" cy="16523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96877" y="3174325"/>
            <a:ext cx="2849047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Prompt-Powered Code Generator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7396877" y="3791188"/>
            <a:ext cx="2849047" cy="727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Create intelligent systems that transform natural language into working code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9396" y="1358503"/>
            <a:ext cx="1652468" cy="1652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09396" y="3174444"/>
            <a:ext cx="2849166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Personal Branding Assistant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0409396" y="3791307"/>
            <a:ext cx="2849166" cy="484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Develop AI that crafts LinkedIn posts, bios, and resume content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719" y="4780002"/>
            <a:ext cx="1652349" cy="16523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1719" y="6595824"/>
            <a:ext cx="2590324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Vision + Text AI Agent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1371719" y="6943487"/>
            <a:ext cx="2849047" cy="484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multimodal systems that process images and text together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4238" y="4780002"/>
            <a:ext cx="1652468" cy="16524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384238" y="6595943"/>
            <a:ext cx="2316956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Document Analyzer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4384238" y="6943606"/>
            <a:ext cx="2849166" cy="727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Create PDF and text processors that generate summaries and insights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4036" y="731282"/>
            <a:ext cx="4523661" cy="412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Assessment &amp; Evaluation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764036" y="1174075"/>
            <a:ext cx="1783318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Grading Breakdown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204216" y="2352437"/>
            <a:ext cx="1622465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40%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6218" y="1528048"/>
            <a:ext cx="1978700" cy="1978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48852" y="3616285"/>
            <a:ext cx="1733431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Completion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764036" y="3868341"/>
            <a:ext cx="4503182" cy="166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Quality and functionality of capstone projects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803362" y="2352437"/>
            <a:ext cx="1622465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20%</a:t>
            </a:r>
            <a:endParaRPr lang="en-US" sz="2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364" y="1528048"/>
            <a:ext cx="1978700" cy="1978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90265" y="3616285"/>
            <a:ext cx="1648897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Portfolio Quality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363063" y="3868341"/>
            <a:ext cx="4503301" cy="166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Case studies and documentation standards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204216" y="5045750"/>
            <a:ext cx="1622465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20%</a:t>
            </a:r>
            <a:endParaRPr lang="en-US" sz="2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218" y="4221361"/>
            <a:ext cx="1978700" cy="19787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52781" y="6309598"/>
            <a:ext cx="172569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Resume &amp; LinkedIn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764036" y="6561653"/>
            <a:ext cx="4503182" cy="166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Professional presence optimization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803362" y="5045750"/>
            <a:ext cx="1622465" cy="32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20%</a:t>
            </a:r>
            <a:endParaRPr lang="en-US" sz="25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5364" y="4221361"/>
            <a:ext cx="1978700" cy="19787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79644" y="6309598"/>
            <a:ext cx="2070021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Interview Performance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363063" y="6561653"/>
            <a:ext cx="4503301" cy="166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Technical and communication skills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2764036" y="6843474"/>
            <a:ext cx="2267664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Success Looks Like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2764036" y="7164586"/>
            <a:ext cx="9102328" cy="333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Students who complete this module can confidently apply for tech roles, showcase impressive projects, crack technical interviews, and maintain strong online presence.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9585" y="1198007"/>
            <a:ext cx="4419362" cy="43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Instructor Success Tips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89585" y="1764625"/>
            <a:ext cx="8164830" cy="1252061"/>
          </a:xfrm>
          <a:prstGeom prst="roundRect">
            <a:avLst>
              <a:gd name="adj" fmla="val 73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37103" y="1912144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15161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475" y="2027515"/>
            <a:ext cx="188833" cy="188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103" y="2418040"/>
            <a:ext cx="2732961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Focus on Hands-On Learning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7103" y="2688312"/>
            <a:ext cx="7869793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80% of time should be dedicated to practical exercises, not lectures. Students learn by doing.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9585" y="3102888"/>
            <a:ext cx="8164830" cy="1252061"/>
          </a:xfrm>
          <a:prstGeom prst="roundRect">
            <a:avLst>
              <a:gd name="adj" fmla="val 73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37103" y="3250406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15161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475" y="3365778"/>
            <a:ext cx="188833" cy="1888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7103" y="3756303"/>
            <a:ext cx="2422088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 Real-World Examples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37103" y="4026575"/>
            <a:ext cx="7869793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Show actual resume samples, live LinkedIn profiles, and real interview scenarios from industry.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89585" y="4441150"/>
            <a:ext cx="8164830" cy="1252061"/>
          </a:xfrm>
          <a:prstGeom prst="roundRect">
            <a:avLst>
              <a:gd name="adj" fmla="val 73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7103" y="4588669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15161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475" y="4704040"/>
            <a:ext cx="188833" cy="18883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7103" y="5094565"/>
            <a:ext cx="2226231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Encourage Consistency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37103" y="5364837"/>
            <a:ext cx="7869793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routines: weekly resume updates, daily practice problems, regular content posting habits.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89585" y="5779413"/>
            <a:ext cx="8164830" cy="1252061"/>
          </a:xfrm>
          <a:prstGeom prst="roundRect">
            <a:avLst>
              <a:gd name="adj" fmla="val 730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17780" dir="2700000">
              <a:srgbClr val="151617">
                <a:alpha val="10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37103" y="5926931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15161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475" y="6042303"/>
            <a:ext cx="188833" cy="18883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7103" y="6432828"/>
            <a:ext cx="2850833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Provide Continuous Feedback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37103" y="6703100"/>
            <a:ext cx="7869793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Review work frequently, offer constructive criticism, and celebrate incremental improvements.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2026-03-24T11:30:54Z</dcterms:created>
  <dcterms:modified xsi:type="dcterms:W3CDTF">2026-03-24T11:30:54Z</dcterms:modified>
</cp:coreProperties>
</file>